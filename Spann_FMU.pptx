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Xgk7E6tacjeI+CGP9t0PgFM2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>
                <a:highlight>
                  <a:schemeClr val="lt1"/>
                </a:highlight>
              </a:rPr>
              <a:t>Branch of Mathematics that studies graphs</a:t>
            </a:r>
            <a:endParaRPr>
              <a:highlight>
                <a:schemeClr val="lt1"/>
              </a:highlight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–"/>
            </a:pPr>
            <a:r>
              <a:rPr lang="en-US">
                <a:highlight>
                  <a:schemeClr val="lt1"/>
                </a:highlight>
              </a:rPr>
              <a:t>structures that model pairwise relations between objects</a:t>
            </a:r>
            <a:endParaRPr>
              <a:highlight>
                <a:schemeClr val="lt1"/>
              </a:highlight>
            </a:endParaRPr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>
                <a:highlight>
                  <a:schemeClr val="lt1"/>
                </a:highlight>
              </a:rPr>
              <a:t>Vertices AKA Nodes (points or circles)</a:t>
            </a:r>
            <a:endParaRPr>
              <a:highlight>
                <a:schemeClr val="lt1"/>
              </a:highlight>
            </a:endParaRPr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>
                <a:highlight>
                  <a:schemeClr val="lt1"/>
                </a:highlight>
              </a:rPr>
              <a:t>Edges AKA Links (lines connecting vertices)</a:t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400"/>
              <a:buNone/>
            </a:pPr>
            <a:r>
              <a:rPr lang="en-US">
                <a:highlight>
                  <a:schemeClr val="lt1"/>
                </a:highlight>
              </a:rPr>
              <a:t>The conference is modeled as a weighted graph. Each team is a node, and the travel distance between teams is represented as an edge. A star graph structure is used to simplify visualization, where one central node connects to all other teams.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F243E"/>
          </a:solidFill>
          <a:ln cap="flat" cmpd="sng" w="9525">
            <a:solidFill>
              <a:srgbClr val="0F24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F243E"/>
          </a:solidFill>
          <a:ln cap="flat" cmpd="sng" w="9525">
            <a:solidFill>
              <a:srgbClr val="0F24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21"/>
          <p:cNvCxnSpPr/>
          <p:nvPr/>
        </p:nvCxnSpPr>
        <p:spPr>
          <a:xfrm>
            <a:off x="0" y="283464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A0010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21"/>
          <p:cNvCxnSpPr/>
          <p:nvPr/>
        </p:nvCxnSpPr>
        <p:spPr>
          <a:xfrm>
            <a:off x="0" y="6629400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A0010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" name="Google Shape;19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526" y="160224"/>
            <a:ext cx="965834" cy="10454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numberanalytics.com/blog/graph-theory-fundamentals-beginners-guide" TargetMode="External"/><Relationship Id="rId4" Type="http://schemas.openxmlformats.org/officeDocument/2006/relationships/hyperlink" Target="https://www.cuemath.com/algebra/objective-function/" TargetMode="External"/><Relationship Id="rId5" Type="http://schemas.openxmlformats.org/officeDocument/2006/relationships/hyperlink" Target="https://support.microsoft.com/en-us/office/define-and-solve-a-problem-by-using-solver-5d1a388f-079d-43ac-a7eb-f63e45925040" TargetMode="External"/><Relationship Id="rId6" Type="http://schemas.openxmlformats.org/officeDocument/2006/relationships/hyperlink" Target="https://en.wikipedia.org/wiki/Branch_and_boun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Optimizing FMU Women’s Soccer Conference Carolinas Schedule Using Graph Theory and Linear Programming</a:t>
            </a:r>
            <a:endParaRPr sz="2400"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By: Tauzhanee Spann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Advisor: Dr. Thomas Fitzkee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Just Why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457200" y="16229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This wasn’t my first research topic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Work with Recording Sports Games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LOVE MUSIC. Music is life.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Nebraska!!!!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Savannah Bailey, Furman University Linear Programming in ACC Women’s Basketball at Nebraska Conference for Undergraduate Wisdom in Mathematics (NCUWM)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Sponsor: Dr. Fitzkee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733550" y="7181634"/>
            <a:ext cx="3181200" cy="12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 title="IMG_811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32" y="3429000"/>
            <a:ext cx="2304968" cy="30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Goal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60811"/>
              <a:buChar char="•"/>
            </a:pPr>
            <a:r>
              <a:rPr lang="en-US">
                <a:solidFill>
                  <a:srgbClr val="000000"/>
                </a:solidFill>
              </a:rPr>
              <a:t>Optimize the FMU women’s soccer schedule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811"/>
              <a:buChar char="•"/>
            </a:pPr>
            <a:r>
              <a:rPr lang="en-US">
                <a:solidFill>
                  <a:srgbClr val="000000"/>
                </a:solidFill>
              </a:rPr>
              <a:t>Minimize total travel distance for the 3 non-division games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811"/>
              <a:buChar char="•"/>
            </a:pPr>
            <a:r>
              <a:rPr lang="en-US">
                <a:solidFill>
                  <a:srgbClr val="000000"/>
                </a:solidFill>
              </a:rPr>
              <a:t>Focus on non-division matchups only since divisional opponents must play each other twice.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811"/>
              <a:buChar char="•"/>
            </a:pPr>
            <a:r>
              <a:rPr lang="en-US">
                <a:solidFill>
                  <a:srgbClr val="000000"/>
                </a:solidFill>
              </a:rPr>
              <a:t>Selected women’s soccer because all Conference Carolinas schools have a team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811"/>
              <a:buChar char="•"/>
            </a:pPr>
            <a:r>
              <a:rPr lang="en-US">
                <a:solidFill>
                  <a:srgbClr val="000000"/>
                </a:solidFill>
              </a:rPr>
              <a:t>Not every school plays all non-division opponents, so scheduling is limited and uneve</a:t>
            </a:r>
            <a:r>
              <a:rPr lang="en-US"/>
              <a:t>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Background: Graph Theory 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00000"/>
                </a:solidFill>
              </a:rPr>
              <a:t>Branch of Mathematics that studies graphs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Structures that model pairwise relations between objects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Vertices aka Nodes (points or circles)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Edges aka Links (lines connecting vertices)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Methodology: Graph Theory </a:t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2355"/>
            <a:ext cx="6181725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1725" y="1263475"/>
            <a:ext cx="2802249" cy="5135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 lang="en-US"/>
              <a:t>Data Collected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t/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151860" l="-3930" r="3930" t="-151860"/>
          <a:stretch/>
        </p:blipFill>
        <p:spPr>
          <a:xfrm>
            <a:off x="913275" y="1417650"/>
            <a:ext cx="7773526" cy="45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0" y="1301925"/>
            <a:ext cx="8997300" cy="42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Background: Objective Function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 Used to represent and solve the optimization problems of linear programming. The form is </a:t>
            </a:r>
            <a:r>
              <a:rPr i="1" lang="en-US"/>
              <a:t>Z = ax + by</a:t>
            </a:r>
            <a:r>
              <a:rPr lang="en-US"/>
              <a:t>, where </a:t>
            </a:r>
            <a:r>
              <a:rPr i="1" lang="en-US"/>
              <a:t>x , y</a:t>
            </a:r>
            <a:r>
              <a:rPr lang="en-US"/>
              <a:t> are the decision variables. The function can be used to maximize the profit, minimize the cost, etc.</a:t>
            </a:r>
            <a:endParaRPr/>
          </a:p>
        </p:txBody>
      </p:sp>
      <p:pic>
        <p:nvPicPr>
          <p:cNvPr id="141" name="Google Shape;1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81498"/>
            <a:ext cx="4377024" cy="1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0125" y="4381500"/>
            <a:ext cx="4377025" cy="17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Background: What is a Solver?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Excel Solver is an optimization tool used to find the best solution to a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•It adjusts decision variables automatically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•It works under constraints (limits or rules)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•Used for linear and integer programming problems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need a Solver?</a:t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Real-world problems have many possible solutions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Manual trial-and-error is inefficient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Solver finds the optimal solution mathematically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Ensures constraints are satisfied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Methodology: Solver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4854000" y="1600200"/>
            <a:ext cx="383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None/>
            </a:pPr>
            <a:r>
              <a:rPr lang="en-US"/>
              <a:t>Steps</a:t>
            </a:r>
            <a:endParaRPr/>
          </a:p>
          <a:p>
            <a:pPr indent="-334328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objective: Total Mileage (Z) Cell (min)</a:t>
            </a:r>
            <a:endParaRPr/>
          </a:p>
          <a:p>
            <a:pPr indent="-334328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4286"/>
              <a:buChar char="–"/>
            </a:pPr>
            <a:r>
              <a:rPr lang="en-US"/>
              <a:t>=SUMPRODUCT(DistanceMatrix,DecisionMatrix)</a:t>
            </a:r>
            <a:endParaRPr/>
          </a:p>
          <a:p>
            <a:pPr indent="-334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Variables: Decision Matrix</a:t>
            </a:r>
            <a:endParaRPr/>
          </a:p>
          <a:p>
            <a:pPr indent="-33432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–"/>
            </a:pPr>
            <a:r>
              <a:rPr lang="en-US"/>
              <a:t>Empty 16 x 16 Matrix</a:t>
            </a:r>
            <a:endParaRPr/>
          </a:p>
          <a:p>
            <a:pPr indent="-334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Constraints</a:t>
            </a:r>
            <a:endParaRPr/>
          </a:p>
        </p:txBody>
      </p:sp>
      <p:pic>
        <p:nvPicPr>
          <p:cNvPr id="164" name="Google Shape;1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50" y="1295475"/>
            <a:ext cx="2854850" cy="51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Background: Branch and Bound </a:t>
            </a:r>
            <a:endParaRPr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Branch and Bound is an algorithm used to solve integer programming problems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It is used when decision variables must be 0 or 1 (binary decisions)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It systematically explores possible solutions in a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•	It eliminates solutions that cannot improve the best result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is Branch and Bound used? </a:t>
            </a:r>
            <a:endParaRPr/>
          </a:p>
        </p:txBody>
      </p:sp>
      <p:sp>
        <p:nvSpPr>
          <p:cNvPr id="178" name="Google Shape;178;p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Standard linear programming allows fractional solutions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Our model requires binary (0 or 1) decisions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Branch and Bound ensures an optimal integer solution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“Branch” = split into smaller decision cases (0 or 1)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“Bound” = eliminate worse solutions early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Results:Solver</a:t>
            </a:r>
            <a:endParaRPr/>
          </a:p>
        </p:txBody>
      </p:sp>
      <p:pic>
        <p:nvPicPr>
          <p:cNvPr id="185" name="Google Shape;1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42390"/>
            <a:ext cx="8953502" cy="35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347" y="5024978"/>
            <a:ext cx="5654050" cy="14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93" name="Google Shape;193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Optimization improves scheduling efficiency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Travel distance can be minimized using mathematical models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Graph theory provides structure for the problem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Linear programming determines the best solution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Solver and Branch &amp; Bound ensure optimal results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00" name="Google Shape;200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Love to do it for all the sports at FMU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work for the games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noticed scheduling being hectic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Would like to incorporate Actuarial Sciences into it one day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Citations/ References</a:t>
            </a:r>
            <a:endParaRPr/>
          </a:p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u="sng">
                <a:solidFill>
                  <a:schemeClr val="hlink"/>
                </a:solidFill>
                <a:hlinkClick r:id="rId3"/>
              </a:rPr>
              <a:t>https://www.numberanalytics.com/blog/graph-theory-fundamentals-beginners-guide</a:t>
            </a:r>
            <a:endParaRPr sz="2100"/>
          </a:p>
          <a:p>
            <a:pPr indent="-3619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u="sng">
                <a:solidFill>
                  <a:schemeClr val="hlink"/>
                </a:solidFill>
                <a:hlinkClick r:id="rId4"/>
              </a:rPr>
              <a:t>https://www.cuemath.com/algebra/objective-function/</a:t>
            </a:r>
            <a:endParaRPr sz="2100"/>
          </a:p>
          <a:p>
            <a:pPr indent="-3619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u="sng">
                <a:solidFill>
                  <a:schemeClr val="hlink"/>
                </a:solidFill>
                <a:hlinkClick r:id="rId5"/>
              </a:rPr>
              <a:t>https://support.microsoft.com/en-us/office/define-and-solve-a-problem-by-using-solver-5d1a388f-079d-43ac-a7eb-f63e45925040</a:t>
            </a:r>
            <a:endParaRPr sz="2100"/>
          </a:p>
          <a:p>
            <a:pPr indent="-3619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u="sng">
                <a:solidFill>
                  <a:schemeClr val="hlink"/>
                </a:solidFill>
                <a:hlinkClick r:id="rId6"/>
              </a:rPr>
              <a:t>https://en.wikipedia.org/wiki/Branch_and_bound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Acknowledgements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Sponsor: Dr. Thomas Fitzkee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Mr. Phillips (Linear Programming)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Savannah Bailey, Furman University Linear Programming in ACC Women’s Basketball at NCUWM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MYSELF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Thanks. Any Questions?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M PowerPoin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Thomas L. Fitzkee</dc:creator>
</cp:coreProperties>
</file>